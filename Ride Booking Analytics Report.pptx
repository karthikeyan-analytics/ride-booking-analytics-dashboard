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63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7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99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40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80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731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693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15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098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47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10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704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4328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025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013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467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315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28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DBF41A-15F8-4447-B526-88DF45299F6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C06ED-3C25-4FCF-B2F1-AE59775BF1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924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902A8-9910-48BC-DE36-B3B2FEE57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807720"/>
            <a:ext cx="9882090" cy="3329581"/>
          </a:xfrm>
        </p:spPr>
        <p:txBody>
          <a:bodyPr/>
          <a:lstStyle/>
          <a:p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 Booking Analytics Dashboard</a:t>
            </a:r>
            <a:b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CCC5F-D97E-8906-D63F-8EDFEA921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675" y="4033520"/>
            <a:ext cx="8825658" cy="111760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KARTHIKEYAN P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92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8363A-CD78-69EB-5542-D06599154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9362"/>
          </a:xfrm>
        </p:spPr>
        <p:txBody>
          <a:bodyPr/>
          <a:lstStyle/>
          <a:p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A60FB-D517-A3A3-ECC8-D85CC2CB4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analysing ride booking data using Power BI to generate meaningful insights about demand patterns, cancellations, and revenue performance. 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an interactive and visual representation of ride-sharing operations to support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139766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09F88-50C4-C5A5-A2AB-97696AA8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9042"/>
          </a:xfrm>
        </p:spPr>
        <p:txBody>
          <a:bodyPr/>
          <a:lstStyle/>
          <a:p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FD53B-A0A6-E012-561E-AB2DBA962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Ride-sharing platforms generate large volumes of data, but without proper analysis, it is difficult to: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peak demand periods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cancellation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revenue performance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operational efficiency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6637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790CD-0578-570A-E6AD-CB7A4C734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40802"/>
          </a:xfrm>
        </p:spPr>
        <p:txBody>
          <a:bodyPr/>
          <a:lstStyle/>
          <a:p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PROJECT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80219-2C41-ACA1-C0B8-00041ACEE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reducing ride cancellations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customer experience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high-demand locations and peak hours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business decision-making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real-world data analytics skills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15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AC45-0C9E-4ABE-2A99-0FA925CF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59522"/>
          </a:xfrm>
        </p:spPr>
        <p:txBody>
          <a:bodyPr/>
          <a:lstStyle/>
          <a:p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CD87-D032-1266-F4D2-AAE93281F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240"/>
            <a:ext cx="10515600" cy="4764723"/>
          </a:xfrm>
        </p:spPr>
        <p:txBody>
          <a:bodyPr>
            <a:no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Kaggle (Ride Booking Dataset)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100,000+ records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includes: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ID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&amp; Time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 Location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 Distance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Value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(Success, Cancelled, etc.)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7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E417-9B58-C05C-9532-0615E5629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EAED-AF8C-8B52-9D22-FC1477F3C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Initial data handling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Data cleaning &amp; transformation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Dashboard creation &amp; visualization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100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17A2-FDB9-D760-C5FF-65D20E976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37602"/>
          </a:xfrm>
        </p:spPr>
        <p:txBody>
          <a:bodyPr/>
          <a:lstStyle/>
          <a:p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WORKFLOW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E42ED-F1AD-A05E-CEFB-097959A4B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320"/>
            <a:ext cx="10515600" cy="534416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raw dataset from Kaggle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Data Handling (Excel)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Opened dataset in Excel</a:t>
            </a:r>
          </a:p>
          <a:p>
            <a:pPr lvl="2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basic inspection</a:t>
            </a:r>
          </a:p>
          <a:p>
            <a:pPr lvl="2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missing values and inconsistencies</a:t>
            </a:r>
          </a:p>
          <a:p>
            <a:pPr lvl="2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obvious unnecessary columns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Import into Power BI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dataset into Power BI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 (Power Query)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unwanted columns</a:t>
            </a:r>
          </a:p>
          <a:p>
            <a:pPr lvl="2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null values and errors</a:t>
            </a:r>
          </a:p>
          <a:p>
            <a:pPr lvl="2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data types (Date, Time, Numeric)</a:t>
            </a:r>
          </a:p>
          <a:p>
            <a:pPr lvl="2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Renamed columns for consistency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28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F7C62-C30B-B97A-2A06-727D6EE6C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680"/>
            <a:ext cx="10515600" cy="641096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GB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Created new columns:</a:t>
            </a:r>
          </a:p>
          <a:p>
            <a:pPr lvl="3"/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</a:t>
            </a:r>
          </a:p>
          <a:p>
            <a:pPr lvl="3"/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of Week</a:t>
            </a:r>
          </a:p>
          <a:p>
            <a:pPr lvl="3"/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categories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Creation</a:t>
            </a:r>
            <a:endParaRPr lang="en-GB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Rides</a:t>
            </a:r>
          </a:p>
          <a:p>
            <a:pPr lvl="2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Revenue</a:t>
            </a:r>
          </a:p>
          <a:p>
            <a:pPr lvl="2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Cancellation Rate</a:t>
            </a:r>
          </a:p>
          <a:p>
            <a:pPr lvl="2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Fare</a:t>
            </a:r>
          </a:p>
          <a:p>
            <a:pPr lvl="2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per Ride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</a:t>
            </a:r>
            <a:endParaRPr lang="en-GB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multi-page dashboard</a:t>
            </a:r>
          </a:p>
          <a:p>
            <a:pPr lvl="2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KPIs, charts, slicers</a:t>
            </a:r>
          </a:p>
          <a:p>
            <a:pPr lvl="2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formatting and layou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Generation</a:t>
            </a:r>
            <a:endParaRPr lang="en-GB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trends and patterns</a:t>
            </a:r>
          </a:p>
          <a:p>
            <a:pPr lvl="2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business insights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7773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0379B-3A2C-E586-11E9-33898559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6802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PREVIEW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3CA243-9928-B021-0029-832EEBFB9A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98" y="1683400"/>
            <a:ext cx="4352162" cy="226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0D016-7E6E-C4F7-E5CC-235CF228B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672" y="1667694"/>
            <a:ext cx="4352162" cy="2254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6C88C8-CAAF-638C-F00A-8E9169369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98" y="4484480"/>
            <a:ext cx="4352162" cy="226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4B6579-DC8C-35CA-F3BE-8879FBFDFA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556" y="4484480"/>
            <a:ext cx="4352162" cy="22546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15D887-27C0-C8CE-622A-A1E51723617D}"/>
              </a:ext>
            </a:extLst>
          </p:cNvPr>
          <p:cNvSpPr txBox="1"/>
          <p:nvPr/>
        </p:nvSpPr>
        <p:spPr>
          <a:xfrm>
            <a:off x="951358" y="1239520"/>
            <a:ext cx="1360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GB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A80E7A-64CB-052C-957F-4E60049836E0}"/>
              </a:ext>
            </a:extLst>
          </p:cNvPr>
          <p:cNvSpPr txBox="1"/>
          <p:nvPr/>
        </p:nvSpPr>
        <p:spPr>
          <a:xfrm>
            <a:off x="5692556" y="4017885"/>
            <a:ext cx="3024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&amp; Performance</a:t>
            </a:r>
            <a:endParaRPr lang="en-GB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AF73B-F27C-9D3A-C246-214AA4CB8CC1}"/>
              </a:ext>
            </a:extLst>
          </p:cNvPr>
          <p:cNvSpPr txBox="1"/>
          <p:nvPr/>
        </p:nvSpPr>
        <p:spPr>
          <a:xfrm>
            <a:off x="951358" y="4017885"/>
            <a:ext cx="211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Analysis</a:t>
            </a:r>
            <a:endParaRPr lang="en-GB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D489B3-F68C-CF7D-0C27-F7C35154907A}"/>
              </a:ext>
            </a:extLst>
          </p:cNvPr>
          <p:cNvSpPr txBox="1"/>
          <p:nvPr/>
        </p:nvSpPr>
        <p:spPr>
          <a:xfrm>
            <a:off x="5692557" y="1239520"/>
            <a:ext cx="266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Analysis</a:t>
            </a:r>
            <a:endParaRPr lang="en-GB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83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DF58-7263-D8A6-0529-3A851229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BEEB7-12F4-6279-F764-B6A65EBE3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rides are successfully completed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demand occurs during specific hours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locations have higher cancellation rates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Driver-side cancellations are significant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increases with ride distance and varies by vehicle type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6141-91DB-E8F0-ABEC-991EA052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7922"/>
          </a:xfrm>
        </p:spPr>
        <p:txBody>
          <a:bodyPr/>
          <a:lstStyle/>
          <a:p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8CBB4-B210-E37F-324C-3B556C40C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demand forecasting using predictive analytics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dashboard UI/UX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data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for cancellation prediction</a:t>
            </a:r>
          </a:p>
          <a:p>
            <a:pPr marL="0" indent="0">
              <a:buNone/>
            </a:pP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105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FDC0-E2AB-6E4B-EFF2-C918E3D70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8722"/>
          </a:xfrm>
        </p:spPr>
        <p:txBody>
          <a:bodyPr/>
          <a:lstStyle/>
          <a:p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10CDE-F12F-C356-6523-988D12799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raw ride booking data can be transformed into meaningful insights using Power BI.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highlights the importance of data analytics in improving operational efficiency and decision-making in ride-sharing services.</a:t>
            </a:r>
          </a:p>
          <a:p>
            <a:pPr marL="0" indent="0">
              <a:buNone/>
            </a:pP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7213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</TotalTime>
  <Words>408</Words>
  <Application>Microsoft Office PowerPoint</Application>
  <PresentationFormat>Widescreen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Century Gothic</vt:lpstr>
      <vt:lpstr>Times New Roman</vt:lpstr>
      <vt:lpstr>Wingdings 3</vt:lpstr>
      <vt:lpstr>Ion</vt:lpstr>
      <vt:lpstr>Ride Booking Analytics Dashboard </vt:lpstr>
      <vt:lpstr>PROJECT OVERVIEW</vt:lpstr>
      <vt:lpstr>PROBLEM STATEMENT</vt:lpstr>
      <vt:lpstr>IMPORTANCE OF THE PROJECT</vt:lpstr>
      <vt:lpstr>DATASET DETAILS</vt:lpstr>
      <vt:lpstr>TOOLS &amp; TECHNOLOGIES USED</vt:lpstr>
      <vt:lpstr>DATA PROCESSING WORKFLOW</vt:lpstr>
      <vt:lpstr>PowerPoint Presentation</vt:lpstr>
      <vt:lpstr>DASHBOARD PREVIEW</vt:lpstr>
      <vt:lpstr>KEY INSIGHTS</vt:lpstr>
      <vt:lpstr>FUTURE ENHANCEMENT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karthikeyan P</dc:creator>
  <cp:lastModifiedBy>karthikeyan P</cp:lastModifiedBy>
  <cp:revision>1</cp:revision>
  <dcterms:created xsi:type="dcterms:W3CDTF">2026-04-28T10:19:47Z</dcterms:created>
  <dcterms:modified xsi:type="dcterms:W3CDTF">2026-04-28T10:48:31Z</dcterms:modified>
</cp:coreProperties>
</file>